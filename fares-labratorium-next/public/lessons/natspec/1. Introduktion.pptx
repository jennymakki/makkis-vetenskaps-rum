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5D95E-1A84-4725-A349-6387A14464F7}" v="701" dt="2025-08-21T06:26:53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 Sarling" userId="964e2186-04b0-4bfa-9f39-90f311607acd" providerId="ADAL" clId="{F3189ED0-8BCD-49A7-8DE1-C19B73875B67}"/>
    <pc:docChg chg="custSel addSld modSld">
      <pc:chgData name="Emil Sarling" userId="964e2186-04b0-4bfa-9f39-90f311607acd" providerId="ADAL" clId="{F3189ED0-8BCD-49A7-8DE1-C19B73875B67}" dt="2025-08-12T11:26:06.864" v="1997" actId="20577"/>
      <pc:docMkLst>
        <pc:docMk/>
      </pc:docMkLst>
      <pc:sldChg chg="modSp mod">
        <pc:chgData name="Emil Sarling" userId="964e2186-04b0-4bfa-9f39-90f311607acd" providerId="ADAL" clId="{F3189ED0-8BCD-49A7-8DE1-C19B73875B67}" dt="2025-08-12T11:26:06.864" v="1997" actId="20577"/>
        <pc:sldMkLst>
          <pc:docMk/>
          <pc:sldMk cId="1874522838" sldId="257"/>
        </pc:sldMkLst>
        <pc:spChg chg="mod">
          <ac:chgData name="Emil Sarling" userId="964e2186-04b0-4bfa-9f39-90f311607acd" providerId="ADAL" clId="{F3189ED0-8BCD-49A7-8DE1-C19B73875B67}" dt="2025-08-12T11:26:06.864" v="1997" actId="20577"/>
          <ac:spMkLst>
            <pc:docMk/>
            <pc:sldMk cId="1874522838" sldId="257"/>
            <ac:spMk id="3" creationId="{248E247E-9B19-8689-7E72-BA9FF0E161A4}"/>
          </ac:spMkLst>
        </pc:spChg>
      </pc:sldChg>
      <pc:sldChg chg="modSp mod">
        <pc:chgData name="Emil Sarling" userId="964e2186-04b0-4bfa-9f39-90f311607acd" providerId="ADAL" clId="{F3189ED0-8BCD-49A7-8DE1-C19B73875B67}" dt="2025-08-12T11:22:26.286" v="1817" actId="20577"/>
        <pc:sldMkLst>
          <pc:docMk/>
          <pc:sldMk cId="1574622138" sldId="259"/>
        </pc:sldMkLst>
        <pc:spChg chg="mod">
          <ac:chgData name="Emil Sarling" userId="964e2186-04b0-4bfa-9f39-90f311607acd" providerId="ADAL" clId="{F3189ED0-8BCD-49A7-8DE1-C19B73875B67}" dt="2025-08-12T11:22:26.286" v="1817" actId="20577"/>
          <ac:spMkLst>
            <pc:docMk/>
            <pc:sldMk cId="1574622138" sldId="259"/>
            <ac:spMk id="3" creationId="{9CF6F28B-E4B1-301B-0E1B-C97890559481}"/>
          </ac:spMkLst>
        </pc:spChg>
      </pc:sldChg>
      <pc:sldChg chg="modSp new mod">
        <pc:chgData name="Emil Sarling" userId="964e2186-04b0-4bfa-9f39-90f311607acd" providerId="ADAL" clId="{F3189ED0-8BCD-49A7-8DE1-C19B73875B67}" dt="2025-08-12T11:18:12.216" v="1421" actId="20577"/>
        <pc:sldMkLst>
          <pc:docMk/>
          <pc:sldMk cId="902535932" sldId="262"/>
        </pc:sldMkLst>
        <pc:spChg chg="mod">
          <ac:chgData name="Emil Sarling" userId="964e2186-04b0-4bfa-9f39-90f311607acd" providerId="ADAL" clId="{F3189ED0-8BCD-49A7-8DE1-C19B73875B67}" dt="2025-08-12T11:14:35.127" v="982" actId="20577"/>
          <ac:spMkLst>
            <pc:docMk/>
            <pc:sldMk cId="902535932" sldId="262"/>
            <ac:spMk id="2" creationId="{CA8EB0D5-DDD4-31CA-64B2-4831A320B820}"/>
          </ac:spMkLst>
        </pc:spChg>
        <pc:spChg chg="mod">
          <ac:chgData name="Emil Sarling" userId="964e2186-04b0-4bfa-9f39-90f311607acd" providerId="ADAL" clId="{F3189ED0-8BCD-49A7-8DE1-C19B73875B67}" dt="2025-08-12T11:18:12.216" v="1421" actId="20577"/>
          <ac:spMkLst>
            <pc:docMk/>
            <pc:sldMk cId="902535932" sldId="262"/>
            <ac:spMk id="3" creationId="{BE8F530F-1D38-25D0-FBE5-17885B11CE87}"/>
          </ac:spMkLst>
        </pc:spChg>
      </pc:sldChg>
    </pc:docChg>
  </pc:docChgLst>
  <pc:docChgLst>
    <pc:chgData name="Fares Makki" userId="d0c14dd2-ce13-49c4-820b-c6a5e60d5a8d" providerId="ADAL" clId="{0885D95E-1A84-4725-A349-6387A14464F7}"/>
    <pc:docChg chg="custSel addSld modSld">
      <pc:chgData name="Fares Makki" userId="d0c14dd2-ce13-49c4-820b-c6a5e60d5a8d" providerId="ADAL" clId="{0885D95E-1A84-4725-A349-6387A14464F7}" dt="2025-08-21T06:28:53.418" v="849" actId="20577"/>
      <pc:docMkLst>
        <pc:docMk/>
      </pc:docMkLst>
      <pc:sldChg chg="modSp mod modAnim">
        <pc:chgData name="Fares Makki" userId="d0c14dd2-ce13-49c4-820b-c6a5e60d5a8d" providerId="ADAL" clId="{0885D95E-1A84-4725-A349-6387A14464F7}" dt="2025-08-12T11:26:43.780" v="538"/>
        <pc:sldMkLst>
          <pc:docMk/>
          <pc:sldMk cId="1874522838" sldId="257"/>
        </pc:sldMkLst>
        <pc:spChg chg="mod">
          <ac:chgData name="Fares Makki" userId="d0c14dd2-ce13-49c4-820b-c6a5e60d5a8d" providerId="ADAL" clId="{0885D95E-1A84-4725-A349-6387A14464F7}" dt="2025-08-12T11:23:34.984" v="532" actId="27636"/>
          <ac:spMkLst>
            <pc:docMk/>
            <pc:sldMk cId="1874522838" sldId="257"/>
            <ac:spMk id="3" creationId="{248E247E-9B19-8689-7E72-BA9FF0E161A4}"/>
          </ac:spMkLst>
        </pc:spChg>
      </pc:sldChg>
      <pc:sldChg chg="modAnim">
        <pc:chgData name="Fares Makki" userId="d0c14dd2-ce13-49c4-820b-c6a5e60d5a8d" providerId="ADAL" clId="{0885D95E-1A84-4725-A349-6387A14464F7}" dt="2025-08-21T06:26:53.868" v="703"/>
        <pc:sldMkLst>
          <pc:docMk/>
          <pc:sldMk cId="3458105828" sldId="258"/>
        </pc:sldMkLst>
      </pc:sldChg>
      <pc:sldChg chg="modSp mod modAnim">
        <pc:chgData name="Fares Makki" userId="d0c14dd2-ce13-49c4-820b-c6a5e60d5a8d" providerId="ADAL" clId="{0885D95E-1A84-4725-A349-6387A14464F7}" dt="2025-08-12T11:27:53.455" v="553"/>
        <pc:sldMkLst>
          <pc:docMk/>
          <pc:sldMk cId="1574622138" sldId="259"/>
        </pc:sldMkLst>
        <pc:spChg chg="mod">
          <ac:chgData name="Fares Makki" userId="d0c14dd2-ce13-49c4-820b-c6a5e60d5a8d" providerId="ADAL" clId="{0885D95E-1A84-4725-A349-6387A14464F7}" dt="2025-08-12T11:27:33.306" v="548" actId="5793"/>
          <ac:spMkLst>
            <pc:docMk/>
            <pc:sldMk cId="1574622138" sldId="259"/>
            <ac:spMk id="3" creationId="{9CF6F28B-E4B1-301B-0E1B-C97890559481}"/>
          </ac:spMkLst>
        </pc:spChg>
      </pc:sldChg>
      <pc:sldChg chg="addSp delSp modSp new mod modAnim modNotesTx">
        <pc:chgData name="Fares Makki" userId="d0c14dd2-ce13-49c4-820b-c6a5e60d5a8d" providerId="ADAL" clId="{0885D95E-1A84-4725-A349-6387A14464F7}" dt="2025-08-12T11:14:12.439" v="123" actId="20577"/>
        <pc:sldMkLst>
          <pc:docMk/>
          <pc:sldMk cId="91543528" sldId="260"/>
        </pc:sldMkLst>
        <pc:spChg chg="mod">
          <ac:chgData name="Fares Makki" userId="d0c14dd2-ce13-49c4-820b-c6a5e60d5a8d" providerId="ADAL" clId="{0885D95E-1A84-4725-A349-6387A14464F7}" dt="2025-08-12T11:05:20.948" v="19" actId="20577"/>
          <ac:spMkLst>
            <pc:docMk/>
            <pc:sldMk cId="91543528" sldId="260"/>
            <ac:spMk id="2" creationId="{B7B4692F-D060-4407-EABB-7BC5EA555732}"/>
          </ac:spMkLst>
        </pc:spChg>
        <pc:picChg chg="add mod">
          <ac:chgData name="Fares Makki" userId="d0c14dd2-ce13-49c4-820b-c6a5e60d5a8d" providerId="ADAL" clId="{0885D95E-1A84-4725-A349-6387A14464F7}" dt="2025-08-12T11:08:44.011" v="74"/>
          <ac:picMkLst>
            <pc:docMk/>
            <pc:sldMk cId="91543528" sldId="260"/>
            <ac:picMk id="4" creationId="{8F1C8BEF-FA69-CAC9-5DC9-2D3C679C1B53}"/>
          </ac:picMkLst>
        </pc:picChg>
      </pc:sldChg>
      <pc:sldChg chg="modSp new mod">
        <pc:chgData name="Fares Makki" userId="d0c14dd2-ce13-49c4-820b-c6a5e60d5a8d" providerId="ADAL" clId="{0885D95E-1A84-4725-A349-6387A14464F7}" dt="2025-08-12T11:05:56.739" v="73" actId="20577"/>
        <pc:sldMkLst>
          <pc:docMk/>
          <pc:sldMk cId="4089450395" sldId="261"/>
        </pc:sldMkLst>
        <pc:spChg chg="mod">
          <ac:chgData name="Fares Makki" userId="d0c14dd2-ce13-49c4-820b-c6a5e60d5a8d" providerId="ADAL" clId="{0885D95E-1A84-4725-A349-6387A14464F7}" dt="2025-08-12T11:05:29.880" v="31" actId="20577"/>
          <ac:spMkLst>
            <pc:docMk/>
            <pc:sldMk cId="4089450395" sldId="261"/>
            <ac:spMk id="2" creationId="{664420BB-ED4C-3B36-3D7C-B416592B0C18}"/>
          </ac:spMkLst>
        </pc:spChg>
        <pc:spChg chg="mod">
          <ac:chgData name="Fares Makki" userId="d0c14dd2-ce13-49c4-820b-c6a5e60d5a8d" providerId="ADAL" clId="{0885D95E-1A84-4725-A349-6387A14464F7}" dt="2025-08-12T11:05:56.739" v="73" actId="20577"/>
          <ac:spMkLst>
            <pc:docMk/>
            <pc:sldMk cId="4089450395" sldId="261"/>
            <ac:spMk id="3" creationId="{0AB4D1EC-0D6C-50E1-B071-286778EA68BF}"/>
          </ac:spMkLst>
        </pc:spChg>
      </pc:sldChg>
      <pc:sldChg chg="modSp mod modAnim">
        <pc:chgData name="Fares Makki" userId="d0c14dd2-ce13-49c4-820b-c6a5e60d5a8d" providerId="ADAL" clId="{0885D95E-1A84-4725-A349-6387A14464F7}" dt="2025-08-12T11:26:58.535" v="541"/>
        <pc:sldMkLst>
          <pc:docMk/>
          <pc:sldMk cId="902535932" sldId="262"/>
        </pc:sldMkLst>
        <pc:spChg chg="mod">
          <ac:chgData name="Fares Makki" userId="d0c14dd2-ce13-49c4-820b-c6a5e60d5a8d" providerId="ADAL" clId="{0885D95E-1A84-4725-A349-6387A14464F7}" dt="2025-08-12T11:18:55.961" v="333" actId="115"/>
          <ac:spMkLst>
            <pc:docMk/>
            <pc:sldMk cId="902535932" sldId="262"/>
            <ac:spMk id="3" creationId="{BE8F530F-1D38-25D0-FBE5-17885B11CE87}"/>
          </ac:spMkLst>
        </pc:spChg>
      </pc:sldChg>
      <pc:sldChg chg="modSp new mod modNotesTx">
        <pc:chgData name="Fares Makki" userId="d0c14dd2-ce13-49c4-820b-c6a5e60d5a8d" providerId="ADAL" clId="{0885D95E-1A84-4725-A349-6387A14464F7}" dt="2025-08-21T06:28:53.418" v="849" actId="20577"/>
        <pc:sldMkLst>
          <pc:docMk/>
          <pc:sldMk cId="2378208274" sldId="263"/>
        </pc:sldMkLst>
        <pc:spChg chg="mod">
          <ac:chgData name="Fares Makki" userId="d0c14dd2-ce13-49c4-820b-c6a5e60d5a8d" providerId="ADAL" clId="{0885D95E-1A84-4725-A349-6387A14464F7}" dt="2025-08-12T11:46:58.661" v="556" actId="20577"/>
          <ac:spMkLst>
            <pc:docMk/>
            <pc:sldMk cId="2378208274" sldId="263"/>
            <ac:spMk id="2" creationId="{76BB25CD-02DE-5A35-8E44-03F7B4D398E9}"/>
          </ac:spMkLst>
        </pc:spChg>
        <pc:spChg chg="mod">
          <ac:chgData name="Fares Makki" userId="d0c14dd2-ce13-49c4-820b-c6a5e60d5a8d" providerId="ADAL" clId="{0885D95E-1A84-4725-A349-6387A14464F7}" dt="2025-08-12T11:47:49.309" v="580" actId="20577"/>
          <ac:spMkLst>
            <pc:docMk/>
            <pc:sldMk cId="2378208274" sldId="263"/>
            <ac:spMk id="3" creationId="{E7738D2C-FA96-EC2E-5CAE-6BC419C40992}"/>
          </ac:spMkLst>
        </pc:spChg>
      </pc:sldChg>
      <pc:sldChg chg="modSp add mod">
        <pc:chgData name="Fares Makki" userId="d0c14dd2-ce13-49c4-820b-c6a5e60d5a8d" providerId="ADAL" clId="{0885D95E-1A84-4725-A349-6387A14464F7}" dt="2025-08-12T11:48:05.754" v="600" actId="20577"/>
        <pc:sldMkLst>
          <pc:docMk/>
          <pc:sldMk cId="485333475" sldId="264"/>
        </pc:sldMkLst>
        <pc:spChg chg="mod">
          <ac:chgData name="Fares Makki" userId="d0c14dd2-ce13-49c4-820b-c6a5e60d5a8d" providerId="ADAL" clId="{0885D95E-1A84-4725-A349-6387A14464F7}" dt="2025-08-12T11:48:05.754" v="600" actId="20577"/>
          <ac:spMkLst>
            <pc:docMk/>
            <pc:sldMk cId="485333475" sldId="264"/>
            <ac:spMk id="3" creationId="{B77CCD2C-7302-C495-76C6-49B67D87CC42}"/>
          </ac:spMkLst>
        </pc:spChg>
      </pc:sldChg>
      <pc:sldChg chg="modSp add mod">
        <pc:chgData name="Fares Makki" userId="d0c14dd2-ce13-49c4-820b-c6a5e60d5a8d" providerId="ADAL" clId="{0885D95E-1A84-4725-A349-6387A14464F7}" dt="2025-08-12T11:48:15.548" v="620" actId="20577"/>
        <pc:sldMkLst>
          <pc:docMk/>
          <pc:sldMk cId="4188973689" sldId="265"/>
        </pc:sldMkLst>
        <pc:spChg chg="mod">
          <ac:chgData name="Fares Makki" userId="d0c14dd2-ce13-49c4-820b-c6a5e60d5a8d" providerId="ADAL" clId="{0885D95E-1A84-4725-A349-6387A14464F7}" dt="2025-08-12T11:48:15.548" v="620" actId="20577"/>
          <ac:spMkLst>
            <pc:docMk/>
            <pc:sldMk cId="4188973689" sldId="265"/>
            <ac:spMk id="3" creationId="{EA14A19D-8C78-2442-BF2E-E97CA3D63FD5}"/>
          </ac:spMkLst>
        </pc:spChg>
      </pc:sldChg>
      <pc:sldChg chg="modSp add mod">
        <pc:chgData name="Fares Makki" userId="d0c14dd2-ce13-49c4-820b-c6a5e60d5a8d" providerId="ADAL" clId="{0885D95E-1A84-4725-A349-6387A14464F7}" dt="2025-08-12T11:48:26.930" v="635" actId="20577"/>
        <pc:sldMkLst>
          <pc:docMk/>
          <pc:sldMk cId="3815702482" sldId="266"/>
        </pc:sldMkLst>
        <pc:spChg chg="mod">
          <ac:chgData name="Fares Makki" userId="d0c14dd2-ce13-49c4-820b-c6a5e60d5a8d" providerId="ADAL" clId="{0885D95E-1A84-4725-A349-6387A14464F7}" dt="2025-08-12T11:48:26.930" v="635" actId="20577"/>
          <ac:spMkLst>
            <pc:docMk/>
            <pc:sldMk cId="3815702482" sldId="266"/>
            <ac:spMk id="3" creationId="{760BFB55-23C5-CAF3-4875-1427F6E63627}"/>
          </ac:spMkLst>
        </pc:spChg>
      </pc:sldChg>
      <pc:sldChg chg="modSp add mod">
        <pc:chgData name="Fares Makki" userId="d0c14dd2-ce13-49c4-820b-c6a5e60d5a8d" providerId="ADAL" clId="{0885D95E-1A84-4725-A349-6387A14464F7}" dt="2025-08-12T11:51:46.497" v="649" actId="20577"/>
        <pc:sldMkLst>
          <pc:docMk/>
          <pc:sldMk cId="15645733" sldId="267"/>
        </pc:sldMkLst>
        <pc:spChg chg="mod">
          <ac:chgData name="Fares Makki" userId="d0c14dd2-ce13-49c4-820b-c6a5e60d5a8d" providerId="ADAL" clId="{0885D95E-1A84-4725-A349-6387A14464F7}" dt="2025-08-12T11:51:46.497" v="649" actId="20577"/>
          <ac:spMkLst>
            <pc:docMk/>
            <pc:sldMk cId="15645733" sldId="267"/>
            <ac:spMk id="3" creationId="{31ABFC8A-AC73-4AF9-2A77-447319B3BD04}"/>
          </ac:spMkLst>
        </pc:spChg>
      </pc:sldChg>
      <pc:sldChg chg="modSp add mod">
        <pc:chgData name="Fares Makki" userId="d0c14dd2-ce13-49c4-820b-c6a5e60d5a8d" providerId="ADAL" clId="{0885D95E-1A84-4725-A349-6387A14464F7}" dt="2025-08-12T11:51:59.208" v="660" actId="20577"/>
        <pc:sldMkLst>
          <pc:docMk/>
          <pc:sldMk cId="1429861927" sldId="268"/>
        </pc:sldMkLst>
        <pc:spChg chg="mod">
          <ac:chgData name="Fares Makki" userId="d0c14dd2-ce13-49c4-820b-c6a5e60d5a8d" providerId="ADAL" clId="{0885D95E-1A84-4725-A349-6387A14464F7}" dt="2025-08-12T11:51:59.208" v="660" actId="20577"/>
          <ac:spMkLst>
            <pc:docMk/>
            <pc:sldMk cId="1429861927" sldId="268"/>
            <ac:spMk id="3" creationId="{F87BF21A-55C0-935E-38F2-A3E70E019C1F}"/>
          </ac:spMkLst>
        </pc:spChg>
      </pc:sldChg>
      <pc:sldChg chg="modSp add mod">
        <pc:chgData name="Fares Makki" userId="d0c14dd2-ce13-49c4-820b-c6a5e60d5a8d" providerId="ADAL" clId="{0885D95E-1A84-4725-A349-6387A14464F7}" dt="2025-08-12T11:52:06.165" v="678" actId="20577"/>
        <pc:sldMkLst>
          <pc:docMk/>
          <pc:sldMk cId="2412582654" sldId="269"/>
        </pc:sldMkLst>
        <pc:spChg chg="mod">
          <ac:chgData name="Fares Makki" userId="d0c14dd2-ce13-49c4-820b-c6a5e60d5a8d" providerId="ADAL" clId="{0885D95E-1A84-4725-A349-6387A14464F7}" dt="2025-08-12T11:52:06.165" v="678" actId="20577"/>
          <ac:spMkLst>
            <pc:docMk/>
            <pc:sldMk cId="2412582654" sldId="269"/>
            <ac:spMk id="3" creationId="{14B0C465-1B59-5808-4014-48DC2D2370AD}"/>
          </ac:spMkLst>
        </pc:spChg>
      </pc:sldChg>
      <pc:sldChg chg="modSp add mod">
        <pc:chgData name="Fares Makki" userId="d0c14dd2-ce13-49c4-820b-c6a5e60d5a8d" providerId="ADAL" clId="{0885D95E-1A84-4725-A349-6387A14464F7}" dt="2025-08-12T11:52:25.150" v="690" actId="20577"/>
        <pc:sldMkLst>
          <pc:docMk/>
          <pc:sldMk cId="3422355990" sldId="270"/>
        </pc:sldMkLst>
        <pc:spChg chg="mod">
          <ac:chgData name="Fares Makki" userId="d0c14dd2-ce13-49c4-820b-c6a5e60d5a8d" providerId="ADAL" clId="{0885D95E-1A84-4725-A349-6387A14464F7}" dt="2025-08-12T11:52:25.150" v="690" actId="20577"/>
          <ac:spMkLst>
            <pc:docMk/>
            <pc:sldMk cId="3422355990" sldId="270"/>
            <ac:spMk id="3" creationId="{54EE717B-BAA2-7D09-4538-8137383D6431}"/>
          </ac:spMkLst>
        </pc:spChg>
      </pc:sldChg>
      <pc:sldChg chg="modSp add mod">
        <pc:chgData name="Fares Makki" userId="d0c14dd2-ce13-49c4-820b-c6a5e60d5a8d" providerId="ADAL" clId="{0885D95E-1A84-4725-A349-6387A14464F7}" dt="2025-08-12T11:52:34.045" v="702" actId="20577"/>
        <pc:sldMkLst>
          <pc:docMk/>
          <pc:sldMk cId="2111132163" sldId="271"/>
        </pc:sldMkLst>
        <pc:spChg chg="mod">
          <ac:chgData name="Fares Makki" userId="d0c14dd2-ce13-49c4-820b-c6a5e60d5a8d" providerId="ADAL" clId="{0885D95E-1A84-4725-A349-6387A14464F7}" dt="2025-08-12T11:52:34.045" v="702" actId="20577"/>
          <ac:spMkLst>
            <pc:docMk/>
            <pc:sldMk cId="2111132163" sldId="271"/>
            <ac:spMk id="3" creationId="{66A7C661-6104-848E-1841-7B67CD8930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EAA0A-DE5A-47A0-A154-CCE109D2D82E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2C439-5E7D-49F5-B628-4E715D327A3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2584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Skriva på tavlan ordentliga labb säkerhetsregler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C439-5E7D-49F5-B628-4E715D327A36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755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C439-5E7D-49F5-B628-4E715D327A36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2852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Observera att det finns material som är i fast form, flyttande form och i gas form runt omkring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C439-5E7D-49F5-B628-4E715D327A36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5785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B23C5C0-D7F1-C2E6-0534-F0B9AF72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7436185-2861-6CE3-86FA-A0D651270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6CC1A1C-6155-6745-F248-62D7F0389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D979571-8F86-0005-A3C5-233079B0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5487797-628F-BDB5-E2AC-8E2601CF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716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215599E-E3FF-AA22-A986-C9527699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FB8DA9A-6976-D8A4-D0FD-1B3171315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D94AFA7-8C17-7749-1740-6D7B8951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8BCECE2-C189-32CB-5B11-DD39F4BD4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372BA94-A88F-1D29-C853-D7D9A877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486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95966D1-C012-69CB-CFC5-463FDA1A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5AEDC6F-3517-00B8-5EA1-B7BA63EB8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8C17B84-52C5-0185-1C7C-519967CD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9DA6530-8B6C-D625-164E-889AC79C8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7EA2F58-F1D2-F7B8-6F3C-BBFCFB5A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835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47C4BF6-E790-1101-6AEE-6378EB22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3267EC5-9558-41A7-1606-45E6F98C5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B62A7E2-9002-AE7E-5AE7-9F047262C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7630762-0ED7-0E59-E8BC-BAE8C8EB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3B72BD3-4B6E-26AA-F4C9-37AE3BE5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A053C1B3-96BD-81D5-78D4-036A1EC2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341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431308F-6255-4FEA-25DF-FB65D101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4688C07-7EC9-B834-7893-F756761CD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3EE3CB4-5733-8657-3C25-1B4DDFB20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E4C62FC-F170-2F46-006F-05FAC75B4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2A866F0-C86E-E3AE-C1A2-F7744811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7A6899AC-BAD0-D3F1-21EE-48121E94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0E5E805B-78BC-2438-4819-EF0CD504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7F426C56-AB0C-8E4A-8BB8-25AEAA52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612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E812DA0-C012-FD02-AFA4-E453B9CB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561A079-C2C7-79F1-98F9-766CFA4E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8B49A34-993A-B5E6-B7C7-1E0EFDDF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15EC8B6-9A40-A1B4-FA79-489227E8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790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8DAB6C6E-7A5A-938A-34E5-FAA972A4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E10473B0-7FBD-11AA-BE28-B81810ED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82C4DF5-C8F4-B088-6C2C-4F026009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065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75A3A1D-B9D5-372F-B625-BE7BF4A1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4DCF5DE-A1C6-CCE7-139C-BE796A0BB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ED669E15-8F0B-184C-6073-3E44601F7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3A7BB4C-E2DA-6ABD-50D2-14AA51F1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0DE71E6-5BC6-D680-9838-57F59BB4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A2D984B5-D2C6-9C11-9BA9-A34CEC8B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795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AB1BD0B-6398-FD04-35E8-27A59335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019070F5-A016-F0C4-36F3-F1841B2FB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EAD3C239-BFFA-3B4C-AA57-3D7155B3E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0CB7705-5C25-0D77-7048-B4A497CD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F55946B-0B72-DBC2-04D9-810AE5FB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03B7FB2-1848-080F-AE37-FA83B806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152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6165EE9-84DA-0463-C09E-7F73EE9F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100C2DDC-F50C-DE9F-D156-6917C1D94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4D745D9-237F-7BCF-DC23-41FC48A4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C914455-C5C2-6C6B-5C16-F2ACAFF2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1EF561A-39A1-D05D-22FE-592BC0F5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899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2E68B6A6-47BD-14AE-DAA3-E49EFCA2F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D87EBC4A-7BC7-D324-AFDF-23774CBFA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5382CD0-BC76-7752-938C-C8E5B490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83E44CD-E026-C44E-03AE-83926B173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68E4569-1656-9B08-ADE0-E2F94AD1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376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F79F5A85-B0C1-132C-944F-8BF651D1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6EB14BD-8976-EF2B-635C-5B010C923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D884D39-BED3-D432-C74D-970F88319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57B67-A3F2-409A-B5AD-EAD21355EB06}" type="datetimeFigureOut">
              <a:rPr lang="sv-SE" smtClean="0"/>
              <a:t>2025-08-21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E45982B-4257-E23D-A994-BC16AF2A2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4CF2FDE-A214-E9B6-6064-173BD5915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1D40D-6FBA-424D-A7E1-AE638AE155D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5393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RDApYgvDqQ?feature=oembed" TargetMode="Externa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7D89008-208F-F2CD-3C05-B36856CBE9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Naturvetenskaplig Specialisering 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DFBC1183-D0C5-7E7A-C6E6-4D20722CCA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Fördjupning inom den naturvetenskapliga metodiken </a:t>
            </a:r>
          </a:p>
        </p:txBody>
      </p:sp>
    </p:spTree>
    <p:extLst>
      <p:ext uri="{BB962C8B-B14F-4D97-AF65-F5344CB8AC3E}">
        <p14:creationId xmlns:p14="http://schemas.microsoft.com/office/powerpoint/2010/main" val="318627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92F9F6C-C209-0802-A582-08744525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Syfte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48E247E-9B19-8689-7E72-BA9FF0E1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/>
              <a:t>Vår vision för naturvetenskaplig specialisering handlar om den naturvetenskapliga processen. Det innefattar laborativt arbete där en stor del av kursen kommer vara ”hands-on”. </a:t>
            </a:r>
          </a:p>
          <a:p>
            <a:r>
              <a:rPr lang="sv-SE"/>
              <a:t>Anledningen att vi utformar den här kursen på det här sättet är för att </a:t>
            </a:r>
            <a:r>
              <a:rPr lang="sv-SE" b="1"/>
              <a:t>verklig naturvetenskaplig forskning </a:t>
            </a:r>
            <a:r>
              <a:rPr lang="sv-SE"/>
              <a:t>följer den här processen. Vi kommer inte stå framme vid tavlan och ge er formler och svaren på frågorna; frågorna och formlerna kommer ni till viss del upptäcka själva.</a:t>
            </a:r>
          </a:p>
          <a:p>
            <a:r>
              <a:rPr lang="sv-SE"/>
              <a:t>Den här kursen presenterar ett nytt sätt att tänka kring naturliga fenomen.</a:t>
            </a:r>
          </a:p>
          <a:p>
            <a:r>
              <a:rPr lang="sv-SE"/>
              <a:t>Ni kommer ha en rad olika teoretiska kurser det här året och den här kursen vill vi ska vara mer praktisk. </a:t>
            </a:r>
          </a:p>
          <a:p>
            <a:r>
              <a:rPr lang="sv-SE"/>
              <a:t>Vikten i den här kursen kommer ligga på det </a:t>
            </a:r>
            <a:r>
              <a:rPr lang="sv-SE" b="1"/>
              <a:t>aktiva deltagandet under lektionstid. </a:t>
            </a:r>
            <a:r>
              <a:rPr lang="sv-SE"/>
              <a:t>Om man använder sin tid rätt under lektionstid kommer den här kursen </a:t>
            </a:r>
            <a:r>
              <a:rPr lang="sv-SE" b="1"/>
              <a:t>inte</a:t>
            </a:r>
            <a:r>
              <a:rPr lang="sv-SE"/>
              <a:t> kräva mycket arbete utanför lektionstid.</a:t>
            </a:r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7452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A8EB0D5-DDD4-31CA-64B2-4831A320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Kursmål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E8F530F-1D38-25D0-FBE5-17885B11C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/>
              <a:t>Förstå och verka genom den naturvetenskapliga processens steg i teori och praktik.</a:t>
            </a:r>
          </a:p>
          <a:p>
            <a:r>
              <a:rPr lang="sv-SE"/>
              <a:t>Naturvetenskapligt </a:t>
            </a:r>
            <a:r>
              <a:rPr lang="sv-SE" u="sng"/>
              <a:t>skrivande</a:t>
            </a:r>
            <a:r>
              <a:rPr lang="sv-SE"/>
              <a:t> i relation till den naturvetenskapliga processen.</a:t>
            </a:r>
          </a:p>
          <a:p>
            <a:r>
              <a:rPr lang="sv-SE"/>
              <a:t>Utveckling i samråd med gruppmedlemmar och lärare för att utvärdera, bedöma experiment och dra slutsatser. </a:t>
            </a:r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253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EAB026-7081-88CD-5D91-A0779ACE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Den naturvetenskaplig metodiken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C6AB05F-0DAF-23E2-1408-6B69F3912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v-SE" dirty="0"/>
              <a:t>Observation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Idéformulering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Designa ett experiment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Förutsägelse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Antaganden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Utförande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Representationer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Bedömning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Slutsatser </a:t>
            </a:r>
          </a:p>
        </p:txBody>
      </p:sp>
    </p:spTree>
    <p:extLst>
      <p:ext uri="{BB962C8B-B14F-4D97-AF65-F5344CB8AC3E}">
        <p14:creationId xmlns:p14="http://schemas.microsoft.com/office/powerpoint/2010/main" val="345810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D49965-6C23-08C1-1209-A69F3118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Bedömning av kursen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CF6F28B-E4B1-301B-0E1B-C9789055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Många experiment inom fysik, kemi, och biologi, samt områden där de korsar varandra </a:t>
            </a:r>
          </a:p>
          <a:p>
            <a:r>
              <a:rPr lang="sv-SE"/>
              <a:t>Arbetet genom </a:t>
            </a:r>
            <a:r>
              <a:rPr lang="sv-SE" b="1"/>
              <a:t>alla steg inom den naturvetenskapliga processen </a:t>
            </a:r>
            <a:r>
              <a:rPr lang="sv-SE"/>
              <a:t>i varje experiment </a:t>
            </a:r>
            <a:r>
              <a:rPr lang="sv-SE" b="1"/>
              <a:t>under lektion</a:t>
            </a:r>
            <a:endParaRPr lang="sv-SE"/>
          </a:p>
          <a:p>
            <a:r>
              <a:rPr lang="sv-SE"/>
              <a:t>Inlämningar av rapporter samt protokoll under året </a:t>
            </a:r>
          </a:p>
          <a:p>
            <a:r>
              <a:rPr lang="sv-SE"/>
              <a:t>En större avslutande laboration med tillhörande rapport</a:t>
            </a:r>
          </a:p>
          <a:p>
            <a:r>
              <a:rPr lang="sv-SE"/>
              <a:t>Inga prov!</a:t>
            </a:r>
          </a:p>
          <a:p>
            <a:pPr marL="0" indent="0">
              <a:buNone/>
            </a:pP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7462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B4692F-D060-4407-EABB-7BC5EA55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Labb Säkerhet </a:t>
            </a:r>
          </a:p>
        </p:txBody>
      </p:sp>
      <p:pic>
        <p:nvPicPr>
          <p:cNvPr id="4" name="Onlinemedia 3" title="LAB RULES - Dua Lipa &quot;New Rules&quot; Parody | SCIENCE SONGS">
            <a:hlinkClick r:id="" action="ppaction://media"/>
            <a:extLst>
              <a:ext uri="{FF2B5EF4-FFF2-40B4-BE49-F238E27FC236}">
                <a16:creationId xmlns:a16="http://schemas.microsoft.com/office/drawing/2014/main" id="{8F1C8BEF-FA69-CAC9-5DC9-2D3C679C1B5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41550" y="1825625"/>
            <a:ext cx="77073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64420BB-ED4C-3B36-3D7C-B416592B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Experiment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AB4D1EC-0D6C-50E1-B071-286778EA6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”Har olika material olika kokpunkter?” </a:t>
            </a:r>
          </a:p>
        </p:txBody>
      </p:sp>
    </p:spTree>
    <p:extLst>
      <p:ext uri="{BB962C8B-B14F-4D97-AF65-F5344CB8AC3E}">
        <p14:creationId xmlns:p14="http://schemas.microsoft.com/office/powerpoint/2010/main" val="408945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B25CD-02DE-5A35-8E44-03F7B4D3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7738D2C-FA96-EC2E-5CAE-6BC419C40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Observationer </a:t>
            </a:r>
          </a:p>
        </p:txBody>
      </p:sp>
    </p:spTree>
    <p:extLst>
      <p:ext uri="{BB962C8B-B14F-4D97-AF65-F5344CB8AC3E}">
        <p14:creationId xmlns:p14="http://schemas.microsoft.com/office/powerpoint/2010/main" val="2378208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70E50-373F-7AAD-25EB-4238C59E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B04E8D4-3D33-94B1-4297-B8BDB226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77CCD2C-7302-C495-76C6-49B67D87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Idéformulering </a:t>
            </a:r>
          </a:p>
        </p:txBody>
      </p:sp>
    </p:spTree>
    <p:extLst>
      <p:ext uri="{BB962C8B-B14F-4D97-AF65-F5344CB8AC3E}">
        <p14:creationId xmlns:p14="http://schemas.microsoft.com/office/powerpoint/2010/main" val="485333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8F64-19EF-454B-991A-26A9368A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C144E3-B99D-1DF8-2F70-8229561D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A14A19D-8C78-2442-BF2E-E97CA3D6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Designa experiment </a:t>
            </a:r>
          </a:p>
        </p:txBody>
      </p:sp>
    </p:spTree>
    <p:extLst>
      <p:ext uri="{BB962C8B-B14F-4D97-AF65-F5344CB8AC3E}">
        <p14:creationId xmlns:p14="http://schemas.microsoft.com/office/powerpoint/2010/main" val="418897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A19F8-A8CE-444F-606B-6735BDAF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61AF727-31E8-546F-69DF-5E123C823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60BFB55-23C5-CAF3-4875-1427F6E63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Förutsägelser </a:t>
            </a:r>
          </a:p>
        </p:txBody>
      </p:sp>
    </p:spTree>
    <p:extLst>
      <p:ext uri="{BB962C8B-B14F-4D97-AF65-F5344CB8AC3E}">
        <p14:creationId xmlns:p14="http://schemas.microsoft.com/office/powerpoint/2010/main" val="381570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3C83-BB56-D231-3863-FBB6813D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358EA49-3A90-D403-2FD6-2F63FBF0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1ABFC8A-AC73-4AF9-2A77-447319B3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Antaganden </a:t>
            </a:r>
          </a:p>
        </p:txBody>
      </p:sp>
    </p:spTree>
    <p:extLst>
      <p:ext uri="{BB962C8B-B14F-4D97-AF65-F5344CB8AC3E}">
        <p14:creationId xmlns:p14="http://schemas.microsoft.com/office/powerpoint/2010/main" val="15645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74EB-DC59-B229-FB46-5DC38018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6BC1C3A-90DA-136F-78D7-F6A6EC46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87BF21A-55C0-935E-38F2-A3E70E019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Utförande </a:t>
            </a:r>
          </a:p>
        </p:txBody>
      </p:sp>
    </p:spTree>
    <p:extLst>
      <p:ext uri="{BB962C8B-B14F-4D97-AF65-F5344CB8AC3E}">
        <p14:creationId xmlns:p14="http://schemas.microsoft.com/office/powerpoint/2010/main" val="1429861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89D5-5F28-109C-4BAB-813C4FD6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EC22CCA-1E80-AA61-1B45-C5538DEB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4B0C465-1B59-5808-4014-48DC2D237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Representationer </a:t>
            </a:r>
          </a:p>
        </p:txBody>
      </p:sp>
    </p:spTree>
    <p:extLst>
      <p:ext uri="{BB962C8B-B14F-4D97-AF65-F5344CB8AC3E}">
        <p14:creationId xmlns:p14="http://schemas.microsoft.com/office/powerpoint/2010/main" val="2412582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D9EC-EA01-8869-C3C0-CDE1DDFA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EA6C7E9-9097-51E2-7AD3-8721BD1C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4EE717B-BAA2-7D09-4538-8137383D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Bedömning </a:t>
            </a:r>
          </a:p>
        </p:txBody>
      </p:sp>
    </p:spTree>
    <p:extLst>
      <p:ext uri="{BB962C8B-B14F-4D97-AF65-F5344CB8AC3E}">
        <p14:creationId xmlns:p14="http://schemas.microsoft.com/office/powerpoint/2010/main" val="3422355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270B-EE31-353B-A18C-A920C897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E5A77A7-FBBB-E92A-A5E0-B1F74699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”Har olika material olika kokpunkter?”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6A7C661-6104-848E-1841-7B67CD89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Slutsatser </a:t>
            </a:r>
          </a:p>
        </p:txBody>
      </p:sp>
    </p:spTree>
    <p:extLst>
      <p:ext uri="{BB962C8B-B14F-4D97-AF65-F5344CB8AC3E}">
        <p14:creationId xmlns:p14="http://schemas.microsoft.com/office/powerpoint/2010/main" val="211113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Blå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Bredbild</PresentationFormat>
  <Paragraphs>54</Paragraphs>
  <Slides>16</Slides>
  <Notes>3</Notes>
  <HiddenSlides>0</HiddenSlides>
  <MMClips>1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Office-tema</vt:lpstr>
      <vt:lpstr>Naturvetenskaplig Specialisering </vt:lpstr>
      <vt:lpstr>Syfte </vt:lpstr>
      <vt:lpstr>Kursmål</vt:lpstr>
      <vt:lpstr>Den naturvetenskaplig metodiken </vt:lpstr>
      <vt:lpstr>Bedömning av kursen </vt:lpstr>
      <vt:lpstr>Labb Säkerhet </vt:lpstr>
      <vt:lpstr>Experiment </vt:lpstr>
      <vt:lpstr>”Har olika material olika kokpunkter?” </vt:lpstr>
      <vt:lpstr>”Har olika material olika kokpunkter?” </vt:lpstr>
      <vt:lpstr>”Har olika material olika kokpunkter?” </vt:lpstr>
      <vt:lpstr>”Har olika material olika kokpunkter?” </vt:lpstr>
      <vt:lpstr>”Har olika material olika kokpunkter?” </vt:lpstr>
      <vt:lpstr>”Har olika material olika kokpunkter?” </vt:lpstr>
      <vt:lpstr>”Har olika material olika kokpunkter?” </vt:lpstr>
      <vt:lpstr>”Har olika material olika kokpunkter?” </vt:lpstr>
      <vt:lpstr>”Har olika material olika kokpunkter?”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Fares Makki</dc:creator>
  <cp:lastModifiedBy>Fares Makki</cp:lastModifiedBy>
  <cp:revision>1</cp:revision>
  <dcterms:created xsi:type="dcterms:W3CDTF">2025-08-12T10:56:54Z</dcterms:created>
  <dcterms:modified xsi:type="dcterms:W3CDTF">2025-08-21T06:29:03Z</dcterms:modified>
</cp:coreProperties>
</file>